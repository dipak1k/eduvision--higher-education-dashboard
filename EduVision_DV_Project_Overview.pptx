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67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56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 Performance Dashboard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analytics suite for university rankings, research output, student diversity, and global education trends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41233"/>
          </a:solidFill>
          <a:ln w="12700">
            <a:solidFill>
              <a:srgbClr val="352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8280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470916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41233"/>
          </a:solidFill>
          <a:ln w="12700">
            <a:solidFill>
              <a:srgbClr val="352F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48280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470916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41233"/>
          </a:solidFill>
          <a:ln w="12700">
            <a:solidFill>
              <a:srgbClr val="352F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48280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66760" y="470916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41233"/>
          </a:solidFill>
          <a:ln w="12700">
            <a:solidFill>
              <a:srgbClr val="352F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48280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Workbook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 comprehensive higher education analytics dashboard suite covering university rankings, research performance, student diversity, academic excellence, and global education trends.
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publicly available datasets — QS World University Rankings and Times Higher Education World University Rankings — raw educational data is transformed into actionable insights through interactive Tableau dashboards.
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students, researchers, university administrators, policymakers, and education consultants to evaluate institutional performance and benchmark globally.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03720" y="1554480"/>
            <a:ext cx="4754880" cy="4754880"/>
          </a:xfrm>
          <a:prstGeom prst="roundRect">
            <a:avLst>
              <a:gd name="adj" fmla="val 1923"/>
            </a:avLst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69480" y="20574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Tableau Workbook,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Linked Dashboards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69480" y="2971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694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69480" y="363016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6948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6301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269480" y="428853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6948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28853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269480" y="494690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9469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EDE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92808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Datasets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04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and integration of global university datasets from multiple ranking sources.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8160" y="169164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6760" y="1920240"/>
            <a:ext cx="457200" cy="457200"/>
          </a:xfrm>
          <a:prstGeom prst="ellipse">
            <a:avLst/>
          </a:prstGeom>
          <a:solidFill>
            <a:srgbClr val="EDE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67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51120" y="1892808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Ready Data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56760" y="2514600"/>
            <a:ext cx="304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transformation pipeline built for educational analytics.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69164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6280" y="1920240"/>
            <a:ext cx="457200" cy="457200"/>
          </a:xfrm>
          <a:prstGeom prst="ellipse">
            <a:avLst/>
          </a:prstGeom>
          <a:solidFill>
            <a:srgbClr val="EDE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62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30640" y="1892808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KPIs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36280" y="2514600"/>
            <a:ext cx="304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set of higher-education KPIs engineered for cross-institution comparison.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EDE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041648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Interactive Dashboards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663440"/>
            <a:ext cx="304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four interconnected, interactive Tableau dashboards.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8160" y="384048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6760" y="4069080"/>
            <a:ext cx="457200" cy="457200"/>
          </a:xfrm>
          <a:prstGeom prst="ellipse">
            <a:avLst/>
          </a:prstGeom>
          <a:solidFill>
            <a:srgbClr val="EDE6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67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51120" y="4041648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&amp; Performance Analysis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56760" y="4663440"/>
            <a:ext cx="304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ranking and institutional performance analysis at scale.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7680" y="384048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6280" y="4069080"/>
            <a:ext cx="457200" cy="457200"/>
          </a:xfrm>
          <a:prstGeom prst="ellipse">
            <a:avLst/>
          </a:prstGeom>
          <a:solidFill>
            <a:srgbClr val="EDE6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6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30640" y="4041648"/>
            <a:ext cx="249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Benchmarking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36280" y="4663440"/>
            <a:ext cx="304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education benchmarking with drill-down and filters.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408176" cy="1554480"/>
          </a:xfrm>
          <a:prstGeom prst="roundRect">
            <a:avLst>
              <a:gd name="adj" fmla="val 5195"/>
            </a:avLst>
          </a:prstGeom>
          <a:solidFill>
            <a:srgbClr val="7C3AED"/>
          </a:solidFill>
          <a:ln w="12700">
            <a:solidFill>
              <a:srgbClr val="4C3F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12252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University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57984" y="2834640"/>
            <a:ext cx="1408176" cy="1554480"/>
          </a:xfrm>
          <a:prstGeom prst="roundRect">
            <a:avLst>
              <a:gd name="adj" fmla="val 5195"/>
            </a:avLst>
          </a:prstGeom>
          <a:solidFill>
            <a:srgbClr val="141233"/>
          </a:solidFill>
          <a:ln w="12700">
            <a:solidFill>
              <a:srgbClr val="4C3F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67712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3246120"/>
            <a:ext cx="12252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67328" y="2834640"/>
            <a:ext cx="1408176" cy="1554480"/>
          </a:xfrm>
          <a:prstGeom prst="roundRect">
            <a:avLst>
              <a:gd name="adj" fmla="val 5195"/>
            </a:avLst>
          </a:prstGeom>
          <a:solidFill>
            <a:srgbClr val="7C3AED"/>
          </a:solidFill>
          <a:ln w="12700">
            <a:solidFill>
              <a:srgbClr val="4C3F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77056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3246120"/>
            <a:ext cx="12252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KPI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76672" y="2834640"/>
            <a:ext cx="1408176" cy="1554480"/>
          </a:xfrm>
          <a:prstGeom prst="roundRect">
            <a:avLst>
              <a:gd name="adj" fmla="val 5195"/>
            </a:avLst>
          </a:prstGeom>
          <a:solidFill>
            <a:srgbClr val="141233"/>
          </a:solidFill>
          <a:ln w="12700">
            <a:solidFill>
              <a:srgbClr val="4C3F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68112" y="3246120"/>
            <a:ext cx="12252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86016" y="2834640"/>
            <a:ext cx="1408176" cy="1554480"/>
          </a:xfrm>
          <a:prstGeom prst="roundRect">
            <a:avLst>
              <a:gd name="adj" fmla="val 5195"/>
            </a:avLst>
          </a:prstGeom>
          <a:solidFill>
            <a:srgbClr val="7C3AED"/>
          </a:solidFill>
          <a:ln w="12700">
            <a:solidFill>
              <a:srgbClr val="4C3F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95744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3246120"/>
            <a:ext cx="12252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2834640"/>
            <a:ext cx="1408176" cy="1554480"/>
          </a:xfrm>
          <a:prstGeom prst="roundRect">
            <a:avLst>
              <a:gd name="adj" fmla="val 5195"/>
            </a:avLst>
          </a:prstGeom>
          <a:solidFill>
            <a:srgbClr val="141233"/>
          </a:solidFill>
          <a:ln w="12700">
            <a:solidFill>
              <a:srgbClr val="4C3F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05088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3246120"/>
            <a:ext cx="12252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204704" y="2834640"/>
            <a:ext cx="1408176" cy="1554480"/>
          </a:xfrm>
          <a:prstGeom prst="roundRect">
            <a:avLst>
              <a:gd name="adj" fmla="val 5195"/>
            </a:avLst>
          </a:prstGeom>
          <a:solidFill>
            <a:srgbClr val="7C3AED"/>
          </a:solidFill>
          <a:ln w="12700">
            <a:solidFill>
              <a:srgbClr val="4C3F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14432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296144" y="3246120"/>
            <a:ext cx="12252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Delivery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34107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529584" y="34107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34107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748272" y="34107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357616" y="34107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34107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sequential modules, executed across four two-week milestones.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WEEKS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and Preparation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University Data Collection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51176"/>
            <a:ext cx="49697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QS Ranking datasets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World University Ranking datasets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university performance indicators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ranking datasets into a common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37997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672584"/>
            <a:ext cx="49697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university_raw_data.csv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data_collection.py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078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366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Data Cleaning &amp; Transformation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1948" y="2551176"/>
            <a:ext cx="49697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university names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country names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ranking metrics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Tableau-ready datasets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1948" y="460857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1948" y="4901184"/>
            <a:ext cx="49697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university_cleaned.csv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education_cleaning.ipynb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WEEKS 3–4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Engineering and Dashboard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Education KPI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51176"/>
            <a:ext cx="49697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Score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Impact Score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Faculty-to-Student Ratio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Percentage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Score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Productivity Index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70001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992624"/>
            <a:ext cx="49697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university_final_dataset.xlsx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generate_education_kpis.py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078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366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4: Dashboard Planning &amp; Prototyping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1948" y="2551176"/>
            <a:ext cx="496976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layouts: all 4 dashboards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filters &amp; navigation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dashboard actions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interactive comparisons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1948" y="424281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1948" y="4535424"/>
            <a:ext cx="49697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dashboard_storyboard.pdf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eduvision_prototype.twbx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· WEEKS 5–6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5: Overview + Research Dashboards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51176"/>
            <a:ext cx="49697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university rankings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university distribution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analysis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&amp; citation performance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research institutions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56285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855464"/>
            <a:ext cx="49697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eduvision_dashboard_v1.twbx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078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366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6: Student + Country Dashboards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1948" y="2551176"/>
            <a:ext cx="49697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analysis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Faculty-to-student ratio analysis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diversity &amp; enrollment trends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ranking comparison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1948" y="437997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1948" y="4672584"/>
            <a:ext cx="49697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Integration: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filters, navigation,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actions, linking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· WEEKS 7–8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Delivery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7: Testing and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51176"/>
            <a:ext cx="496976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KPI calculations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ranking calculations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dashboard interactions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educational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24281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535424"/>
            <a:ext cx="49697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Checklist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Testing 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1508760"/>
            <a:ext cx="53721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508760"/>
            <a:ext cx="5372100" cy="566928"/>
          </a:xfrm>
          <a:prstGeom prst="roundRect">
            <a:avLst>
              <a:gd name="adj" fmla="val 12903"/>
            </a:avLst>
          </a:prstGeom>
          <a:solidFill>
            <a:srgbClr val="1E1B4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0780" y="1792224"/>
            <a:ext cx="5372100" cy="28346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3660" y="1508760"/>
            <a:ext cx="50063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8: Documentation &amp; Delivery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258568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1948" y="2551176"/>
            <a:ext cx="496976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dataset sources &amp; KPI definitions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dashboard guide &amp; methodology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project structure (/scripts /data /dashboard /docs)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GitHub + Tableau Public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1948" y="4745736"/>
            <a:ext cx="5006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1948" y="5038344"/>
            <a:ext cx="49697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Workbook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743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Cleaning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Completeness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 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 KPIs Generated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Functionality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Dashboards Integrated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&amp; Delivery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6849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/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· QS Rankings · World University Rankings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· NumPy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Desktop / Tableau Public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Integration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Filters · Parameters · Actions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4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 · GitHub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F2A75-7CF3-7C00-364D-5D14E78DE2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6" t="2390" r="1783"/>
          <a:stretch>
            <a:fillRect/>
          </a:stretch>
        </p:blipFill>
        <p:spPr>
          <a:xfrm>
            <a:off x="1112657" y="81951"/>
            <a:ext cx="9963509" cy="66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7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EABE7-7EC0-ADCC-1707-2E90ADE6B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8" t="2893" r="2017"/>
          <a:stretch>
            <a:fillRect/>
          </a:stretch>
        </p:blipFill>
        <p:spPr>
          <a:xfrm>
            <a:off x="1479279" y="99204"/>
            <a:ext cx="9230265" cy="665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77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E549B8-3464-AFED-AF2D-6047CC383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34" t="3019" r="2104"/>
          <a:stretch>
            <a:fillRect/>
          </a:stretch>
        </p:blipFill>
        <p:spPr>
          <a:xfrm>
            <a:off x="1513785" y="103517"/>
            <a:ext cx="9161253" cy="665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88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20EF84-7D7D-D939-35A0-7A02C28D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6" t="3271" r="1713"/>
          <a:stretch>
            <a:fillRect/>
          </a:stretch>
        </p:blipFill>
        <p:spPr>
          <a:xfrm>
            <a:off x="849551" y="112143"/>
            <a:ext cx="10489721" cy="66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0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PORTFOLIO-READY DELIVERY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GitHub, Portfolio,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Tableau Public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383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383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source: /scripts, /data, /dashboard, /docs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60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Documentation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160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sources, KPI definitions, dashboard guide, methodology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937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Workbook (.twbx)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4937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EduVision_DV.twbx — 4 linked, interactive dashboards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DV — Higher Education Performance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833</Words>
  <Application>Microsoft Office PowerPoint</Application>
  <PresentationFormat>Custom</PresentationFormat>
  <Paragraphs>244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Kajbe</cp:lastModifiedBy>
  <cp:revision>2</cp:revision>
  <dcterms:created xsi:type="dcterms:W3CDTF">2026-09-17T11:24:22Z</dcterms:created>
  <dcterms:modified xsi:type="dcterms:W3CDTF">2026-09-17T13:03:43Z</dcterms:modified>
</cp:coreProperties>
</file>